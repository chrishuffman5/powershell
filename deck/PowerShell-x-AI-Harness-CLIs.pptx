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0"/>
            <a:ext cx="16459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548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</a:t>
            </a:r>
            <a:pPr indent="0" marL="0">
              <a:buNone/>
            </a:pPr>
            <a:r>
              <a:rPr lang="en-US" sz="5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</a:t>
            </a:r>
            <a:pPr indent="0" marL="0">
              <a:buNone/>
            </a:pPr>
            <a:r>
              <a:rPr lang="en-US" sz="5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Harness CLIs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548640" y="2514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cmdlet is already an agent tool.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164592" cy="1645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3101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Codex  ·  any agent that calls tools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297680"/>
            <a:ext cx="2103120" cy="41148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297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Huffman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don't do things. They call things that do.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and Codex are reasoning loops wrapped around a tool-call interface. Their reach equals the tools you wire up. Your edges become their edges.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697480" cy="201168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31720"/>
            <a:ext cx="54864" cy="2011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060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587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" y="3200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typed inputs.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3520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attributes describe shape, types, and required-ness. Agents read this like an API spec.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2331720"/>
            <a:ext cx="2697480" cy="201168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2331720"/>
            <a:ext cx="54864" cy="2011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6060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60520" y="2587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566160" y="3200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Objects, not text.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66160" y="3520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pipelines pass objects between cmdlets. No JSON glue between steps.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26480" y="2331720"/>
            <a:ext cx="2697480" cy="201168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26480" y="2331720"/>
            <a:ext cx="54864" cy="20116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0604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95160" y="2587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6400800" y="3200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to the OS.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00800" y="3520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AD, SQL, WMI, NTFS, REST, .NET — all reachable with one cmdlet. No subprocess gymnastics.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x AI Harness CLIs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 TO THE SAME TOOL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path you build. One path you already have.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24612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32461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conventional path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Python or Node toolbox, then bolt it onto the agent.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/ npm install for every capability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Re-implement REST wrappers around AD, SQL, SMB, NTFS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venvs, lockfiles, transitive CVEs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 JSON between every step yourself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the runtime is on the target box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023360" cy="324612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17320"/>
            <a:ext cx="54864" cy="3246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618488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9496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PowerShell path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93776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Cmdlets that already speak the enterprise. Zero install.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37760" y="25146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base class library always available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via DirectoryServices, SQL via SqlClient, SMB via CIM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pass typed PSCustomObjects natively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blocks self-describe inputs to the agent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shell on Windows, macOS, and Linux (PS 7+)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x AI Harness CLIs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SCRIPT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cmdlets. Zero installs.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below ships natively with PowerShell 7+ and .NET. Each one is a candidate agent tool.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114800" cy="566928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54864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916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618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Send-Email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24128" y="18562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via System.Net.Mail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554480"/>
            <a:ext cx="4114800" cy="566928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554480"/>
            <a:ext cx="54864" cy="56692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69164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1618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Get-ADUserDetails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230368" y="18562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via DirectoryServices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176272"/>
            <a:ext cx="4114800" cy="566928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2176272"/>
            <a:ext cx="54864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31343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2240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Export-SqlQueryToCsv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24128" y="24780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via SqlClient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663440" y="2176272"/>
            <a:ext cx="4114800" cy="566928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663440" y="2176272"/>
            <a:ext cx="54864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313432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30368" y="2240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Test-EmailAddress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230368" y="24780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validation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57200" y="2798064"/>
            <a:ext cx="4114800" cy="566928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7200" y="2798064"/>
            <a:ext cx="54864" cy="56692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2935224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24128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Get-NetworkShareInventory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024128" y="30998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shares via CIM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663440" y="2798064"/>
            <a:ext cx="4114800" cy="566928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663440" y="2798064"/>
            <a:ext cx="54864" cy="56692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935224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230368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Compress-FilesByAge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230368" y="30998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via System.IO.Compression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57200" y="3419856"/>
            <a:ext cx="4114800" cy="566928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457200" y="3419856"/>
            <a:ext cx="54864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3557016"/>
            <a:ext cx="292608" cy="29260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24128" y="3483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Get-ServiceHealth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1024128" y="3721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state via CIM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4663440" y="3419856"/>
            <a:ext cx="4114800" cy="566928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4663440" y="3419856"/>
            <a:ext cx="54864" cy="56692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3557016"/>
            <a:ext cx="292608" cy="29260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230368" y="3483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New-SecurePassword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5230368" y="3721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RNG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457200" y="4041648"/>
            <a:ext cx="4114800" cy="566928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457200" y="4041648"/>
            <a:ext cx="54864" cy="56692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" y="4178808"/>
            <a:ext cx="292608" cy="292608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1024128" y="41056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Invoke-RestApiToFlatObject</a:t>
            </a:r>
            <a:endParaRPr lang="en-US" sz="1200" dirty="0"/>
          </a:p>
        </p:txBody>
      </p:sp>
      <p:sp>
        <p:nvSpPr>
          <p:cNvPr id="50" name="Text 39"/>
          <p:cNvSpPr/>
          <p:nvPr/>
        </p:nvSpPr>
        <p:spPr>
          <a:xfrm>
            <a:off x="1024128" y="4343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recursive flatten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4663440" y="4041648"/>
            <a:ext cx="4114800" cy="566928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4663440" y="4041648"/>
            <a:ext cx="54864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8032" y="4178808"/>
            <a:ext cx="292608" cy="292608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5230368" y="41056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Get-FilePermissionAudit</a:t>
            </a:r>
            <a:endParaRPr lang="en-US" sz="1200" dirty="0"/>
          </a:p>
        </p:txBody>
      </p:sp>
      <p:sp>
        <p:nvSpPr>
          <p:cNvPr id="55" name="Text 43"/>
          <p:cNvSpPr/>
          <p:nvPr/>
        </p:nvSpPr>
        <p:spPr>
          <a:xfrm>
            <a:off x="5230368" y="4343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 ACLs via Get-Acl</a:t>
            </a:r>
            <a:endParaRPr lang="en-US" sz="1000" dirty="0"/>
          </a:p>
        </p:txBody>
      </p:sp>
      <p:sp>
        <p:nvSpPr>
          <p:cNvPr id="56" name="Text 44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x AI Harness CLIs</a:t>
            </a:r>
            <a:endParaRPr lang="en-US" sz="900" dirty="0"/>
          </a:p>
        </p:txBody>
      </p:sp>
      <p:sp>
        <p:nvSpPr>
          <p:cNvPr id="57" name="Text 45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· 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communication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to people, looking up who they are, and validating what they sent — all without leaving the box.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97480" cy="315468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54864" cy="3154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0136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1755648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Send-Email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" y="2267712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via System.Net.Mail. Attachments, custom relay, no third-party SDK.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3108960"/>
            <a:ext cx="2295144" cy="1508760"/>
          </a:xfrm>
          <a:prstGeom prst="rect">
            <a:avLst/>
          </a:prstGeom>
          <a:solidFill>
            <a:srgbClr val="050810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" y="3218688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321868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3218688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3456432"/>
            <a:ext cx="20208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Send-Email 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-From it@corp.local 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-To ceo@corp.local 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-Subject 'Audit done' 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-Body $summary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91840" y="1554480"/>
            <a:ext cx="2697480" cy="315468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91840" y="1554480"/>
            <a:ext cx="54864" cy="3154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801368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913632" y="1755648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Get-ADUserDetails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493008" y="2267712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DirectoryServices LDAP query. No RSAT, no AD module — just the namespace.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493008" y="3108960"/>
            <a:ext cx="2295144" cy="1508760"/>
          </a:xfrm>
          <a:prstGeom prst="rect">
            <a:avLst/>
          </a:prstGeom>
          <a:solidFill>
            <a:srgbClr val="050810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602736" y="3218688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749040" y="321868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895344" y="3218688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630168" y="3456432"/>
            <a:ext cx="20208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Get-ADUserDetails -Sam jdoe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DisplayName : Jane Doe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  : Finance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LastLogon   : 2026-05-18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126480" y="1554480"/>
            <a:ext cx="2697480" cy="315468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126480" y="1554480"/>
            <a:ext cx="54864" cy="3154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801368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748272" y="1755648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Test-EmailAddress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327648" y="2267712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Pipeline-friendly validator. Returns structured pass/fail records per address.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327648" y="3108960"/>
            <a:ext cx="2295144" cy="1508760"/>
          </a:xfrm>
          <a:prstGeom prst="rect">
            <a:avLst/>
          </a:prstGeom>
          <a:solidFill>
            <a:srgbClr val="050810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437376" y="3218688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583680" y="321868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729984" y="3218688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464808" y="3456432"/>
            <a:ext cx="20208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$list | Test-EmailAddress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      IsValid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a@corp.local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bad@         False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x AI Harness CLIs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· 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rows from SQL, hitting REST endpoints, and archiving the results. All structured output, ready for the next tool call.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97480" cy="315468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54864" cy="3154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0136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1755648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Export-SqlQueryToCsv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" y="2267712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SqlClient + DataTable + Export-Csv. No SSMS or ODBC driver required.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3108960"/>
            <a:ext cx="2295144" cy="1508760"/>
          </a:xfrm>
          <a:prstGeom prst="rect">
            <a:avLst/>
          </a:prstGeom>
          <a:solidFill>
            <a:srgbClr val="050810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" y="3218688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321868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3218688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3456432"/>
            <a:ext cx="20208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Export-SqlQueryToCsv 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-Server prod-db 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-Database Sales 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-Query 'SELECT * FROM Orders' 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-OutputPath orders.csv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91840" y="1554480"/>
            <a:ext cx="2697480" cy="315468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91840" y="1554480"/>
            <a:ext cx="54864" cy="31546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801368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913632" y="1755648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Invoke-RestApiToFlatObject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493008" y="2267712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Invoke-RestMethod + recursive flatten. Nested JSON becomes dot-notation columns.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493008" y="3108960"/>
            <a:ext cx="2295144" cy="1508760"/>
          </a:xfrm>
          <a:prstGeom prst="rect">
            <a:avLst/>
          </a:prstGeom>
          <a:solidFill>
            <a:srgbClr val="050810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602736" y="3218688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749040" y="321868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895344" y="3218688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630168" y="3456432"/>
            <a:ext cx="20208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Invoke-RestApiToFlatObject 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-Uri https://api/items/42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Export-Csv items.csv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owner.name | tags.0 | tags.1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126480" y="1554480"/>
            <a:ext cx="2697480" cy="315468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126480" y="1554480"/>
            <a:ext cx="54864" cy="3154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801368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748272" y="1755648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Compress-FilesByAge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327648" y="2267712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System.IO.Compression. Age-filter then ZIP. No 7-Zip, no external binary.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327648" y="3108960"/>
            <a:ext cx="2295144" cy="1508760"/>
          </a:xfrm>
          <a:prstGeom prst="rect">
            <a:avLst/>
          </a:prstGeom>
          <a:solidFill>
            <a:srgbClr val="050810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437376" y="3218688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583680" y="321868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729984" y="3218688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464808" y="3456432"/>
            <a:ext cx="20208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Compress-FilesByAge 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-SourcePath C:\logs 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-DaysOld 30 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-DestinationZip old.zip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x AI Harness CLIs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· 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security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the box itself: services, shares, ACLs, and generating credentials with a real crypto RNG.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97480" cy="315468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54864" cy="3154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0136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1755648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Get-ServiceHealth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" y="2267712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query across one or many hosts. State, start mode, and process uptime in one shot.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3108960"/>
            <a:ext cx="2295144" cy="1508760"/>
          </a:xfrm>
          <a:prstGeom prst="rect">
            <a:avLst/>
          </a:prstGeom>
          <a:solidFill>
            <a:srgbClr val="050810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" y="3218688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321868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3218688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3456432"/>
            <a:ext cx="20208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Get-ServiceHealth 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-ComputerName srv1,srv2 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-ServiceName W3SVC,MSSQL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srv1  MSSQL  Running  Auto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91840" y="1554480"/>
            <a:ext cx="2697480" cy="315468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91840" y="1554480"/>
            <a:ext cx="54864" cy="3154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801368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913632" y="1755648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New-SecurePassword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493008" y="2267712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RandomNumberGenerator (not Get-Random). Configurable length and symbol set.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493008" y="3108960"/>
            <a:ext cx="2295144" cy="1508760"/>
          </a:xfrm>
          <a:prstGeom prst="rect">
            <a:avLst/>
          </a:prstGeom>
          <a:solidFill>
            <a:srgbClr val="050810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602736" y="3218688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749040" y="321868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895344" y="3218688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630168" y="3456432"/>
            <a:ext cx="20208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New-SecurePassword 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-Length 24 -IncludeSymbols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P9k!hQz@xT2#fLm$8Yc&amp;Vb7d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126480" y="1554480"/>
            <a:ext cx="2697480" cy="315468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126480" y="1554480"/>
            <a:ext cx="54864" cy="3154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801368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748272" y="1755648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Get-FilePermissionAudit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327648" y="2267712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a tree, emits one row per ACE. Flat, CSV-ready output for compliance reviews.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327648" y="3108960"/>
            <a:ext cx="2295144" cy="1508760"/>
          </a:xfrm>
          <a:prstGeom prst="rect">
            <a:avLst/>
          </a:prstGeom>
          <a:solidFill>
            <a:srgbClr val="050810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437376" y="3218688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583680" y="321868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729984" y="3218688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464808" y="3456432"/>
            <a:ext cx="20208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Get-FilePermissionAudit 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-Path D:\Finance -Recurse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Export-Csv acl.csv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 Identity  Rights  Type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x AI Harness CLIs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MAPS TO TOOL CALLING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PowerShell emits is the shape agents expect.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55448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155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params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22402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param() blocks declare name, type, mandatory. Agents read this as a tool schema with zero ceremony.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417320"/>
            <a:ext cx="4023360" cy="155448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417320"/>
            <a:ext cx="54864" cy="1554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916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937760" y="22402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PSCustomObject is JSON-shaped by default. ConvertTo-Json hands the agent something it can reason about.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108960"/>
            <a:ext cx="4023360" cy="155448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3108960"/>
            <a:ext cx="54864" cy="15544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832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731520" y="39319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one cmdlet into the next. The agent picks the steps; PowerShell handles the wiring between them.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663440" y="3108960"/>
            <a:ext cx="4023360" cy="155448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63440" y="3108960"/>
            <a:ext cx="54864" cy="1554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8328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install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4937760" y="39319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pip, no npm, no compiler. Drop a .ps1 next to claude-code and every function becomes a callable tool.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x AI Harness CLIs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script. Three operating systems.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7+ is built on .NET 8 and ships first-class binaries for Windows, macOS, and Linux. Most of these cmdlets run unchanged across all three.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97480" cy="219456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54864" cy="2194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237744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7240" y="35204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functions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AD, WMI, NTFS native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2103120"/>
            <a:ext cx="2697480" cy="219456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2103120"/>
            <a:ext cx="54864" cy="21945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237744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611880" y="35204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10 cross-platform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or .pkg install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2103120"/>
            <a:ext cx="2697480" cy="219456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26480" y="2103120"/>
            <a:ext cx="54864" cy="21945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237744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446520" y="35204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10 cross-platform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/ dnf / tarball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solidFill>
            <a:srgbClr val="1A2238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.ps1, same tool registration in your agent harness. One source of truth.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x AI Harness CLIs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REVEAL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645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have the runtime.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need to expose it.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57200" y="3246120"/>
            <a:ext cx="8229600" cy="1417320"/>
          </a:xfrm>
          <a:prstGeom prst="rect">
            <a:avLst/>
          </a:prstGeom>
          <a:solidFill>
            <a:srgbClr val="121A2E"/>
          </a:solidFill>
          <a:ln w="9525">
            <a:solidFill>
              <a:srgbClr val="1E2A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246120"/>
            <a:ext cx="54864" cy="1417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it up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365760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Dot-source the .ps1 into your agent's shell tool.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each function name as a tool.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agent pipe outputs between calls.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x AI Harness CLIs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95528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PowerShell x AI Harness CLIs</dc:title>
  <dc:subject>PptxGenJS Presentation</dc:subject>
  <dc:creator>Chris Huffman</dc:creator>
  <cp:lastModifiedBy>Chris Huffman</cp:lastModifiedBy>
  <cp:revision>1</cp:revision>
  <dcterms:created xsi:type="dcterms:W3CDTF">2026-05-18T12:58:04Z</dcterms:created>
  <dcterms:modified xsi:type="dcterms:W3CDTF">2026-05-18T12:58:04Z</dcterms:modified>
</cp:coreProperties>
</file>